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335" r:id="rId3"/>
    <p:sldId id="336" r:id="rId4"/>
    <p:sldId id="337" r:id="rId5"/>
    <p:sldId id="342" r:id="rId6"/>
    <p:sldId id="338" r:id="rId7"/>
    <p:sldId id="339" r:id="rId8"/>
    <p:sldId id="343" r:id="rId9"/>
    <p:sldId id="340" r:id="rId10"/>
    <p:sldId id="30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58" d="100"/>
          <a:sy n="58" d="100"/>
        </p:scale>
        <p:origin x="51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F26A4-3D0C-4F46-9E17-23A17F4C1F18}" type="datetimeFigureOut">
              <a:rPr lang="bg-BG" smtClean="0"/>
              <a:t>3.1.2022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37892-EBC3-40FE-B04E-4AB54202977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3043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F6E2-930B-4D3F-AA22-87A9BFA33EC6}" type="datetime1">
              <a:rPr lang="en-US" smtClean="0"/>
              <a:t>1/3/2022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358B-8B28-4968-AF9F-2548E5758FCC}" type="datetime1">
              <a:rPr lang="en-US" smtClean="0"/>
              <a:t>1/3/2022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C1444-3193-4684-8666-C4B6B80732D1}" type="datetime1">
              <a:rPr lang="en-US" smtClean="0"/>
              <a:t>1/3/2022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AFBC-BC02-4151-94E7-DE32C5B289F9}" type="datetime1">
              <a:rPr lang="en-US" smtClean="0"/>
              <a:t>1/3/2022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B86C-3D32-4A4F-BBEA-07E55B6F8A3C}" type="datetime1">
              <a:rPr lang="en-US" smtClean="0"/>
              <a:t>1/3/2022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1394-07B9-4C2C-9CF2-AE4CE436CFC4}" type="datetime1">
              <a:rPr lang="en-US" smtClean="0"/>
              <a:t>1/3/2022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E95E-6310-4C1D-8E8A-E1CF2650E143}" type="datetime1">
              <a:rPr lang="en-US" smtClean="0"/>
              <a:t>1/3/2022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8A5940-9D6F-44F2-BF6C-D077A3A132F5}" type="datetime1">
              <a:rPr lang="en-US" smtClean="0"/>
              <a:t>1/3/2022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3ED5-624B-4FA7-AE2E-F44F8CD3CEE5}" type="datetime1">
              <a:rPr lang="en-US" smtClean="0"/>
              <a:t>1/3/2022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8A96-A7FC-4EBC-BD1E-D756D136F746}" type="datetime1">
              <a:rPr lang="en-US" smtClean="0"/>
              <a:t>1/3/2022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997E-0AED-4623-B8EF-425E1B40E9E7}" type="datetime1">
              <a:rPr lang="en-US" smtClean="0"/>
              <a:t>1/3/2022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7694312-28F8-481C-BAD0-9E7BC9DC1C73}" type="datetime1">
              <a:rPr lang="en-US" smtClean="0"/>
              <a:t>1/3/2022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kostadinova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jwt.io/#debugger-io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A958-C2AE-4D86-96E8-03438CB17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CSCB869 Java Web Services</a:t>
            </a:r>
            <a:endParaRPr lang="bg-BG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9F8A0-9612-49E7-BA45-800CC9C5F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553596"/>
            <a:ext cx="10058400" cy="1673036"/>
          </a:xfrm>
        </p:spPr>
        <p:txBody>
          <a:bodyPr>
            <a:noAutofit/>
          </a:bodyPr>
          <a:lstStyle/>
          <a:p>
            <a:r>
              <a:rPr lang="bg-BG" b="1" dirty="0"/>
              <a:t>Гл. ас. д-р Христина Костадинова</a:t>
            </a:r>
            <a:r>
              <a:rPr lang="en-US" b="1" dirty="0"/>
              <a:t>, </a:t>
            </a:r>
            <a:r>
              <a:rPr lang="en-US" b="1" cap="none" dirty="0">
                <a:hlinkClick r:id="rId2"/>
              </a:rPr>
              <a:t>hkostadinova@gmail.com</a:t>
            </a:r>
            <a:endParaRPr lang="en-US" sz="1200" cap="none" dirty="0"/>
          </a:p>
          <a:p>
            <a:endParaRPr lang="bg-BG" sz="1200" cap="none" dirty="0"/>
          </a:p>
          <a:p>
            <a:endParaRPr lang="bg-BG" sz="1200" cap="none" dirty="0"/>
          </a:p>
          <a:p>
            <a:endParaRPr lang="bg-BG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7B05C-EC2B-4E5D-9A21-5D0F4F19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Microservices</a:t>
            </a:r>
            <a:r>
              <a:rPr lang="en-US" dirty="0"/>
              <a:t> Authentication Process</a:t>
            </a:r>
            <a:endParaRPr lang="bg-BG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OAuth2 </a:t>
            </a:r>
            <a:r>
              <a:rPr lang="bg-BG" dirty="0"/>
              <a:t>-</a:t>
            </a:r>
            <a:r>
              <a:rPr lang="en-US" dirty="0"/>
              <a:t> authenticating users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Access Tokens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Validation Process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Authorization Server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Resource Server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Client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OAuth2 and Spring Boot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D11-9A17-458F-8E3A-EC914C644480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66091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OAuth2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OAuth - Open Authorization</a:t>
            </a:r>
          </a:p>
          <a:p>
            <a:pPr marL="0" indent="0">
              <a:buNone/>
            </a:pPr>
            <a:r>
              <a:rPr lang="bg-BG" dirty="0"/>
              <a:t>Защо се използва </a:t>
            </a:r>
            <a:r>
              <a:rPr lang="en-US" dirty="0"/>
              <a:t>OAuth2 ?!?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388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OAuth2 </a:t>
            </a:r>
            <a:r>
              <a:rPr lang="bg-BG" dirty="0"/>
              <a:t>Терминология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/>
              <a:t>User </a:t>
            </a:r>
            <a:r>
              <a:rPr lang="en-US" dirty="0"/>
              <a:t>- </a:t>
            </a:r>
            <a:r>
              <a:rPr lang="bg-BG" dirty="0"/>
              <a:t>потребилят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Client</a:t>
            </a:r>
            <a:r>
              <a:rPr lang="bg-BG" dirty="0"/>
              <a:t> – клиентът (клиентската услуга)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Authorization Server</a:t>
            </a:r>
            <a:r>
              <a:rPr lang="bg-BG" dirty="0"/>
              <a:t> – сървърът, който проверява дали </a:t>
            </a:r>
            <a:r>
              <a:rPr lang="en-US" dirty="0"/>
              <a:t>token-a </a:t>
            </a:r>
            <a:r>
              <a:rPr lang="bg-BG" dirty="0"/>
              <a:t>е валиден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Resource Server</a:t>
            </a:r>
            <a:r>
              <a:rPr lang="bg-BG" dirty="0"/>
              <a:t> – приложение, в което ресурсите са защитени чрез </a:t>
            </a:r>
            <a:r>
              <a:rPr lang="en-US" dirty="0"/>
              <a:t>OAuth</a:t>
            </a:r>
            <a:r>
              <a:rPr lang="bg-BG" dirty="0"/>
              <a:t> </a:t>
            </a:r>
            <a:r>
              <a:rPr lang="en-US" dirty="0"/>
              <a:t>Tokens. </a:t>
            </a:r>
            <a:r>
              <a:rPr lang="bg-BG" dirty="0"/>
              <a:t>Трябва да валидира </a:t>
            </a:r>
            <a:r>
              <a:rPr lang="en-US" dirty="0"/>
              <a:t>token-</a:t>
            </a:r>
            <a:r>
              <a:rPr lang="bg-BG" dirty="0"/>
              <a:t> а, преди да предостави ресурса на клиента</a:t>
            </a:r>
            <a:r>
              <a:rPr lang="en-US" dirty="0"/>
              <a:t> </a:t>
            </a:r>
            <a:endParaRPr lang="bg-BG" dirty="0"/>
          </a:p>
          <a:p>
            <a:pPr lvl="2"/>
            <a:r>
              <a:rPr lang="bg-BG" sz="2000" dirty="0"/>
              <a:t>Валидиране: </a:t>
            </a:r>
          </a:p>
          <a:p>
            <a:pPr marL="932688" lvl="2" indent="-457200">
              <a:buFont typeface="+mj-lt"/>
              <a:buAutoNum type="arabicPeriod"/>
            </a:pPr>
            <a:r>
              <a:rPr lang="bg-BG" sz="2000" dirty="0"/>
              <a:t>Дали </a:t>
            </a:r>
            <a:r>
              <a:rPr lang="en-US" sz="2000" dirty="0"/>
              <a:t>token-a </a:t>
            </a:r>
            <a:r>
              <a:rPr lang="bg-BG" sz="2000" dirty="0"/>
              <a:t>идва от конфигуриран </a:t>
            </a:r>
            <a:r>
              <a:rPr lang="en-US" sz="2000" dirty="0"/>
              <a:t>Authorization Server</a:t>
            </a:r>
          </a:p>
          <a:p>
            <a:pPr marL="932688" lvl="2" indent="-457200">
              <a:buFont typeface="+mj-lt"/>
              <a:buAutoNum type="arabicPeriod"/>
            </a:pPr>
            <a:r>
              <a:rPr lang="bg-BG" sz="2000" dirty="0"/>
              <a:t>Дали е изтекъл</a:t>
            </a:r>
          </a:p>
          <a:p>
            <a:pPr marL="932688" lvl="2" indent="-457200">
              <a:buFont typeface="+mj-lt"/>
              <a:buAutoNum type="arabicPeriod"/>
            </a:pPr>
            <a:r>
              <a:rPr lang="bg-BG" sz="2000" dirty="0"/>
              <a:t>Дали </a:t>
            </a:r>
            <a:r>
              <a:rPr lang="en-US" sz="2000" dirty="0"/>
              <a:t>token-</a:t>
            </a:r>
            <a:r>
              <a:rPr lang="bg-BG" sz="2000" dirty="0"/>
              <a:t>а е оторизиран да достъпва ресурса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9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process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19" y="1889806"/>
            <a:ext cx="7932321" cy="4866392"/>
          </a:xfrm>
        </p:spPr>
      </p:pic>
    </p:spTree>
    <p:extLst>
      <p:ext uri="{BB962C8B-B14F-4D97-AF65-F5344CB8AC3E}">
        <p14:creationId xmlns:p14="http://schemas.microsoft.com/office/powerpoint/2010/main" val="1903326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OAuth2 in Spring Security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OAuth2 Client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OAuth2 Resource Server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OAuth2 Authorization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981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OAuth 2 </a:t>
            </a:r>
            <a:r>
              <a:rPr lang="bg-BG" dirty="0"/>
              <a:t>Типове клиенти (</a:t>
            </a:r>
            <a:r>
              <a:rPr lang="en-US" dirty="0"/>
              <a:t>Client Types</a:t>
            </a:r>
            <a:r>
              <a:rPr lang="bg-BG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Secure App running on server</a:t>
            </a:r>
          </a:p>
          <a:p>
            <a:r>
              <a:rPr lang="en-US" dirty="0"/>
              <a:t>Native Apps on User Device</a:t>
            </a:r>
          </a:p>
          <a:p>
            <a:r>
              <a:rPr lang="en-US" dirty="0"/>
              <a:t>Single-page Browser-based App </a:t>
            </a:r>
          </a:p>
          <a:p>
            <a:r>
              <a:rPr lang="bg-BG" dirty="0"/>
              <a:t>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924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D50F9-D3F3-4CE3-9EE8-6DECE90C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Keycloak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FE47A-0F73-4685-A427-263D31D17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https://www.keycloak.org/getting-started/getting-started-zip</a:t>
            </a:r>
            <a:endParaRPr lang="bg-BG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DEBAC-9FF8-4073-86FC-B8B0C6BD1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57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Ключ за достъп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JWT (JSON Web Token)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–</a:t>
            </a:r>
            <a:r>
              <a:rPr lang="en-US" dirty="0"/>
              <a:t> </a:t>
            </a:r>
            <a:r>
              <a:rPr lang="bg-BG" dirty="0"/>
              <a:t>пренася конфиденциална инфромация по сигурен начин. Информацията е за потребителя и за свойствата на </a:t>
            </a:r>
            <a:r>
              <a:rPr lang="en-US" dirty="0"/>
              <a:t>token-a (</a:t>
            </a:r>
            <a:r>
              <a:rPr lang="en-US" dirty="0">
                <a:hlinkClick r:id="rId2"/>
              </a:rPr>
              <a:t>https://jwt.io/#debugger-io</a:t>
            </a:r>
            <a:r>
              <a:rPr lang="en-US" dirty="0"/>
              <a:t> )</a:t>
            </a:r>
            <a:endParaRPr lang="bg-BG" dirty="0"/>
          </a:p>
          <a:p>
            <a:pPr marL="0" indent="0"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34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5C3758-13D1-431B-AC81-8115E2D7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6600" dirty="0"/>
              <a:t>Благодаря за вниманието!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69C64A-705C-4021-BEFE-4A2E87EB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434558"/>
          </a:xfrm>
        </p:spPr>
        <p:txBody>
          <a:bodyPr/>
          <a:lstStyle/>
          <a:p>
            <a:r>
              <a:rPr lang="en-US" cap="none" dirty="0"/>
              <a:t>hkostadinova@gmail.com</a:t>
            </a:r>
            <a:endParaRPr lang="bg-BG" cap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4EAD8-EA14-40A7-9689-D356F038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17634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119328</TotalTime>
  <Words>219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Wingdings</vt:lpstr>
      <vt:lpstr>Retrospect</vt:lpstr>
      <vt:lpstr>CSCB869 Java Web Services</vt:lpstr>
      <vt:lpstr>Съдържание</vt:lpstr>
      <vt:lpstr>OAuth2</vt:lpstr>
      <vt:lpstr>OAuth2 Терминология</vt:lpstr>
      <vt:lpstr>Authentication process</vt:lpstr>
      <vt:lpstr>OAuth2 in Spring Security</vt:lpstr>
      <vt:lpstr>OAuth 2 Типове клиенти (Client Types)</vt:lpstr>
      <vt:lpstr>Keycloak</vt:lpstr>
      <vt:lpstr>Ключ за достъп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CSCB415 Лабораторни занятия по Java</dc:title>
  <dc:creator>Kostadinova</dc:creator>
  <cp:lastModifiedBy>Kostadinova</cp:lastModifiedBy>
  <cp:revision>1498</cp:revision>
  <dcterms:created xsi:type="dcterms:W3CDTF">2018-07-12T12:35:35Z</dcterms:created>
  <dcterms:modified xsi:type="dcterms:W3CDTF">2022-01-04T21:37:58Z</dcterms:modified>
</cp:coreProperties>
</file>