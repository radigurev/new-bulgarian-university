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335" r:id="rId3"/>
    <p:sldId id="340" r:id="rId4"/>
    <p:sldId id="336" r:id="rId5"/>
    <p:sldId id="339" r:id="rId6"/>
    <p:sldId id="337" r:id="rId7"/>
    <p:sldId id="338" r:id="rId8"/>
    <p:sldId id="30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274E09-E43A-4C01-8FA4-08A8AC4B715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B77AB37-8787-44A9-913B-48A55D420E88}">
      <dgm:prSet/>
      <dgm:spPr/>
      <dgm:t>
        <a:bodyPr/>
        <a:lstStyle/>
        <a:p>
          <a:pPr rtl="0"/>
          <a:r>
            <a:rPr lang="bg-BG" dirty="0" smtClean="0"/>
            <a:t>Предимства:</a:t>
          </a:r>
          <a:endParaRPr lang="bg-BG" dirty="0"/>
        </a:p>
      </dgm:t>
    </dgm:pt>
    <dgm:pt modelId="{43C3FA3A-66A8-4473-BE89-F7FF155F5E61}" type="parTrans" cxnId="{F0249A1E-FFC7-447A-A6DC-E0A16CD8EABC}">
      <dgm:prSet/>
      <dgm:spPr/>
      <dgm:t>
        <a:bodyPr/>
        <a:lstStyle/>
        <a:p>
          <a:endParaRPr lang="en-US"/>
        </a:p>
      </dgm:t>
    </dgm:pt>
    <dgm:pt modelId="{1F969C52-542B-46E3-8F48-4D7F9ADCEB92}" type="sibTrans" cxnId="{F0249A1E-FFC7-447A-A6DC-E0A16CD8EABC}">
      <dgm:prSet/>
      <dgm:spPr/>
      <dgm:t>
        <a:bodyPr/>
        <a:lstStyle/>
        <a:p>
          <a:endParaRPr lang="en-US"/>
        </a:p>
      </dgm:t>
    </dgm:pt>
    <dgm:pt modelId="{A670B8C4-48CE-4183-B778-5ED0B7394201}">
      <dgm:prSet/>
      <dgm:spPr/>
      <dgm:t>
        <a:bodyPr/>
        <a:lstStyle/>
        <a:p>
          <a:pPr rtl="0"/>
          <a:r>
            <a:rPr lang="bg-BG" smtClean="0"/>
            <a:t>Отделна реализация за функционално (контектуално) различните модули</a:t>
          </a:r>
          <a:endParaRPr lang="bg-BG"/>
        </a:p>
      </dgm:t>
    </dgm:pt>
    <dgm:pt modelId="{9107D5DF-3F5A-42E5-B370-C6912B0D0CDF}" type="parTrans" cxnId="{92DD050D-8E24-4999-99FA-0686B8A56EB4}">
      <dgm:prSet/>
      <dgm:spPr/>
      <dgm:t>
        <a:bodyPr/>
        <a:lstStyle/>
        <a:p>
          <a:endParaRPr lang="en-US"/>
        </a:p>
      </dgm:t>
    </dgm:pt>
    <dgm:pt modelId="{BBB5C8EC-CFBB-43B7-AD03-E3A27ABD62A0}" type="sibTrans" cxnId="{92DD050D-8E24-4999-99FA-0686B8A56EB4}">
      <dgm:prSet/>
      <dgm:spPr/>
      <dgm:t>
        <a:bodyPr/>
        <a:lstStyle/>
        <a:p>
          <a:endParaRPr lang="en-US"/>
        </a:p>
      </dgm:t>
    </dgm:pt>
    <dgm:pt modelId="{5D4129EE-948F-4CC3-8267-381CDC815FF8}">
      <dgm:prSet/>
      <dgm:spPr/>
      <dgm:t>
        <a:bodyPr/>
        <a:lstStyle/>
        <a:p>
          <a:pPr rtl="0"/>
          <a:r>
            <a:rPr lang="bg-BG" smtClean="0"/>
            <a:t>Скалируемост (</a:t>
          </a:r>
          <a:r>
            <a:rPr lang="en-US" smtClean="0"/>
            <a:t>Scalability</a:t>
          </a:r>
          <a:r>
            <a:rPr lang="bg-BG" smtClean="0"/>
            <a:t>)</a:t>
          </a:r>
          <a:endParaRPr lang="bg-BG"/>
        </a:p>
      </dgm:t>
    </dgm:pt>
    <dgm:pt modelId="{649998BF-7583-4C17-8BCD-9030220A6F14}" type="parTrans" cxnId="{39C684E8-190F-492E-93F7-D2F6E59E2D37}">
      <dgm:prSet/>
      <dgm:spPr/>
      <dgm:t>
        <a:bodyPr/>
        <a:lstStyle/>
        <a:p>
          <a:endParaRPr lang="en-US"/>
        </a:p>
      </dgm:t>
    </dgm:pt>
    <dgm:pt modelId="{22EB42E4-3947-4304-ACB0-7A70CCE110AC}" type="sibTrans" cxnId="{39C684E8-190F-492E-93F7-D2F6E59E2D37}">
      <dgm:prSet/>
      <dgm:spPr/>
      <dgm:t>
        <a:bodyPr/>
        <a:lstStyle/>
        <a:p>
          <a:endParaRPr lang="en-US"/>
        </a:p>
      </dgm:t>
    </dgm:pt>
    <dgm:pt modelId="{AA64E690-FACB-4BDA-BE6B-32FA883A974D}">
      <dgm:prSet/>
      <dgm:spPr/>
      <dgm:t>
        <a:bodyPr/>
        <a:lstStyle/>
        <a:p>
          <a:pPr rtl="0"/>
          <a:r>
            <a:rPr lang="bg-BG" smtClean="0"/>
            <a:t>Добро познаване на проекта  от членовете на екипа (Намаляван на обхвата на задачите)</a:t>
          </a:r>
          <a:endParaRPr lang="bg-BG"/>
        </a:p>
      </dgm:t>
    </dgm:pt>
    <dgm:pt modelId="{B959D681-6B9F-4E62-A743-B5EF4154EEC3}" type="parTrans" cxnId="{A0D5AF80-59BF-4D81-A8D0-E53BAD519C60}">
      <dgm:prSet/>
      <dgm:spPr/>
      <dgm:t>
        <a:bodyPr/>
        <a:lstStyle/>
        <a:p>
          <a:endParaRPr lang="en-US"/>
        </a:p>
      </dgm:t>
    </dgm:pt>
    <dgm:pt modelId="{3A2D307C-B839-4D06-96AA-C55F69FBE1D5}" type="sibTrans" cxnId="{A0D5AF80-59BF-4D81-A8D0-E53BAD519C60}">
      <dgm:prSet/>
      <dgm:spPr/>
      <dgm:t>
        <a:bodyPr/>
        <a:lstStyle/>
        <a:p>
          <a:endParaRPr lang="en-US"/>
        </a:p>
      </dgm:t>
    </dgm:pt>
    <dgm:pt modelId="{737B6A1C-F5B8-46A8-B6E0-7F931E6262CA}">
      <dgm:prSet/>
      <dgm:spPr/>
      <dgm:t>
        <a:bodyPr/>
        <a:lstStyle/>
        <a:p>
          <a:pPr rtl="0"/>
          <a:r>
            <a:rPr lang="bg-BG" smtClean="0"/>
            <a:t>Независимост при определяне на технологиитя за разработване на отделните модули </a:t>
          </a:r>
          <a:endParaRPr lang="bg-BG"/>
        </a:p>
      </dgm:t>
    </dgm:pt>
    <dgm:pt modelId="{6F4D8616-10E0-42D1-BAA4-CF1776DD7DEF}" type="parTrans" cxnId="{6D9C5FB0-6600-41E5-92DB-26C077205CDC}">
      <dgm:prSet/>
      <dgm:spPr/>
      <dgm:t>
        <a:bodyPr/>
        <a:lstStyle/>
        <a:p>
          <a:endParaRPr lang="en-US"/>
        </a:p>
      </dgm:t>
    </dgm:pt>
    <dgm:pt modelId="{B5DE73E5-F263-4EE2-81C4-A193FD1D8EB4}" type="sibTrans" cxnId="{6D9C5FB0-6600-41E5-92DB-26C077205CDC}">
      <dgm:prSet/>
      <dgm:spPr/>
      <dgm:t>
        <a:bodyPr/>
        <a:lstStyle/>
        <a:p>
          <a:endParaRPr lang="en-US"/>
        </a:p>
      </dgm:t>
    </dgm:pt>
    <dgm:pt modelId="{7AC8FFD8-7CA1-4D88-81EB-877B23186500}">
      <dgm:prSet/>
      <dgm:spPr/>
      <dgm:t>
        <a:bodyPr/>
        <a:lstStyle/>
        <a:p>
          <a:pPr rtl="0"/>
          <a:r>
            <a:rPr lang="bg-BG" smtClean="0"/>
            <a:t>Изолиране на грешките в отделни модули</a:t>
          </a:r>
          <a:endParaRPr lang="bg-BG"/>
        </a:p>
      </dgm:t>
    </dgm:pt>
    <dgm:pt modelId="{39D78BC6-77B3-4FCD-AB75-F2DD9FF65A34}" type="parTrans" cxnId="{9AA544C6-E96E-4E37-8ED3-B60F5BA778A4}">
      <dgm:prSet/>
      <dgm:spPr/>
      <dgm:t>
        <a:bodyPr/>
        <a:lstStyle/>
        <a:p>
          <a:endParaRPr lang="en-US"/>
        </a:p>
      </dgm:t>
    </dgm:pt>
    <dgm:pt modelId="{AF0C0C6B-817E-4191-B47E-582975A0E882}" type="sibTrans" cxnId="{9AA544C6-E96E-4E37-8ED3-B60F5BA778A4}">
      <dgm:prSet/>
      <dgm:spPr/>
      <dgm:t>
        <a:bodyPr/>
        <a:lstStyle/>
        <a:p>
          <a:endParaRPr lang="en-US"/>
        </a:p>
      </dgm:t>
    </dgm:pt>
    <dgm:pt modelId="{CECF3387-0BEB-4B67-8714-A25619A4B139}">
      <dgm:prSet/>
      <dgm:spPr/>
      <dgm:t>
        <a:bodyPr/>
        <a:lstStyle/>
        <a:p>
          <a:pPr rtl="0"/>
          <a:r>
            <a:rPr lang="bg-BG" smtClean="0"/>
            <a:t>Недостатъци:</a:t>
          </a:r>
          <a:endParaRPr lang="bg-BG"/>
        </a:p>
      </dgm:t>
    </dgm:pt>
    <dgm:pt modelId="{CBA36BB9-0850-4294-982B-934918F02D33}" type="parTrans" cxnId="{25B24D86-DFB7-4D08-83C7-F08514369568}">
      <dgm:prSet/>
      <dgm:spPr/>
      <dgm:t>
        <a:bodyPr/>
        <a:lstStyle/>
        <a:p>
          <a:endParaRPr lang="en-US"/>
        </a:p>
      </dgm:t>
    </dgm:pt>
    <dgm:pt modelId="{00966499-FD2B-46A5-80F2-3F74030F4036}" type="sibTrans" cxnId="{25B24D86-DFB7-4D08-83C7-F08514369568}">
      <dgm:prSet/>
      <dgm:spPr/>
      <dgm:t>
        <a:bodyPr/>
        <a:lstStyle/>
        <a:p>
          <a:endParaRPr lang="en-US"/>
        </a:p>
      </dgm:t>
    </dgm:pt>
    <dgm:pt modelId="{9C6D1318-D1AD-41F4-A59C-000F8D7AC5B4}">
      <dgm:prSet/>
      <dgm:spPr/>
      <dgm:t>
        <a:bodyPr/>
        <a:lstStyle/>
        <a:p>
          <a:pPr rtl="0"/>
          <a:r>
            <a:rPr lang="bg-BG" smtClean="0"/>
            <a:t>Комуникацията между услугите е сложна</a:t>
          </a:r>
          <a:endParaRPr lang="bg-BG"/>
        </a:p>
      </dgm:t>
    </dgm:pt>
    <dgm:pt modelId="{32D6DFD1-6CD1-4EEE-A44F-328241283306}" type="parTrans" cxnId="{9C2A91EA-8D2B-4057-BA99-6EA02BD7B601}">
      <dgm:prSet/>
      <dgm:spPr/>
      <dgm:t>
        <a:bodyPr/>
        <a:lstStyle/>
        <a:p>
          <a:endParaRPr lang="en-US"/>
        </a:p>
      </dgm:t>
    </dgm:pt>
    <dgm:pt modelId="{7978AECA-D567-4A51-A4A6-8EE9EB4858B8}" type="sibTrans" cxnId="{9C2A91EA-8D2B-4057-BA99-6EA02BD7B601}">
      <dgm:prSet/>
      <dgm:spPr/>
      <dgm:t>
        <a:bodyPr/>
        <a:lstStyle/>
        <a:p>
          <a:endParaRPr lang="en-US"/>
        </a:p>
      </dgm:t>
    </dgm:pt>
    <dgm:pt modelId="{B196CFFE-3897-40CC-A708-C0C0C4B30E01}">
      <dgm:prSet/>
      <dgm:spPr/>
      <dgm:t>
        <a:bodyPr/>
        <a:lstStyle/>
        <a:p>
          <a:pPr rtl="0"/>
          <a:r>
            <a:rPr lang="bg-BG" smtClean="0"/>
            <a:t>Процесът на </a:t>
          </a:r>
          <a:r>
            <a:rPr lang="en-US" smtClean="0"/>
            <a:t>deploy</a:t>
          </a:r>
          <a:r>
            <a:rPr lang="bg-BG" smtClean="0"/>
            <a:t>-ване става по-труден</a:t>
          </a:r>
          <a:endParaRPr lang="bg-BG"/>
        </a:p>
      </dgm:t>
    </dgm:pt>
    <dgm:pt modelId="{E8B87A6C-762B-4F78-A82B-FF9D4C818271}" type="parTrans" cxnId="{81A65A6B-0D61-4E29-97DC-81B8F0ED06F6}">
      <dgm:prSet/>
      <dgm:spPr/>
      <dgm:t>
        <a:bodyPr/>
        <a:lstStyle/>
        <a:p>
          <a:endParaRPr lang="en-US"/>
        </a:p>
      </dgm:t>
    </dgm:pt>
    <dgm:pt modelId="{305DF45E-5B0C-4149-BEFC-B79FAA4579F6}" type="sibTrans" cxnId="{81A65A6B-0D61-4E29-97DC-81B8F0ED06F6}">
      <dgm:prSet/>
      <dgm:spPr/>
      <dgm:t>
        <a:bodyPr/>
        <a:lstStyle/>
        <a:p>
          <a:endParaRPr lang="en-US"/>
        </a:p>
      </dgm:t>
    </dgm:pt>
    <dgm:pt modelId="{95DDCDDD-2715-472A-B58F-5E35CAFCB95F}">
      <dgm:prSet/>
      <dgm:spPr/>
      <dgm:t>
        <a:bodyPr/>
        <a:lstStyle/>
        <a:p>
          <a:pPr rtl="0"/>
          <a:r>
            <a:rPr lang="bg-BG" smtClean="0"/>
            <a:t>Тестването на съвкупност от микроуслуги включва изпълняване на множество предварителни условия</a:t>
          </a:r>
          <a:endParaRPr lang="bg-BG"/>
        </a:p>
      </dgm:t>
    </dgm:pt>
    <dgm:pt modelId="{6AD4BBA1-647B-48DE-9F77-393306877664}" type="parTrans" cxnId="{BAC71589-70EC-4252-9FAB-C43CE80D76C9}">
      <dgm:prSet/>
      <dgm:spPr/>
      <dgm:t>
        <a:bodyPr/>
        <a:lstStyle/>
        <a:p>
          <a:endParaRPr lang="en-US"/>
        </a:p>
      </dgm:t>
    </dgm:pt>
    <dgm:pt modelId="{B1083F56-3A58-40F1-9E9E-E796433FA44A}" type="sibTrans" cxnId="{BAC71589-70EC-4252-9FAB-C43CE80D76C9}">
      <dgm:prSet/>
      <dgm:spPr/>
      <dgm:t>
        <a:bodyPr/>
        <a:lstStyle/>
        <a:p>
          <a:endParaRPr lang="en-US"/>
        </a:p>
      </dgm:t>
    </dgm:pt>
    <dgm:pt modelId="{88409C64-403D-4AC3-96E9-351129F53E62}" type="pres">
      <dgm:prSet presAssocID="{2E274E09-E43A-4C01-8FA4-08A8AC4B715C}" presName="linear" presStyleCnt="0">
        <dgm:presLayoutVars>
          <dgm:animLvl val="lvl"/>
          <dgm:resizeHandles val="exact"/>
        </dgm:presLayoutVars>
      </dgm:prSet>
      <dgm:spPr/>
    </dgm:pt>
    <dgm:pt modelId="{CD0B02EE-796F-4533-B9B5-D604C7D0C11D}" type="pres">
      <dgm:prSet presAssocID="{FB77AB37-8787-44A9-913B-48A55D420E8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1687691-7D21-4BD9-AF6B-B6DBC95C2DD0}" type="pres">
      <dgm:prSet presAssocID="{FB77AB37-8787-44A9-913B-48A55D420E88}" presName="childText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C02DEC0-C2C5-4903-B28D-9E68F5420A6D}" type="pres">
      <dgm:prSet presAssocID="{CECF3387-0BEB-4B67-8714-A25619A4B13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B918FE6-703B-4F24-99EA-86EB51CC8FB1}" type="pres">
      <dgm:prSet presAssocID="{CECF3387-0BEB-4B67-8714-A25619A4B139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47AB845A-6C31-4430-AF84-2CE37594B527}" type="presOf" srcId="{5D4129EE-948F-4CC3-8267-381CDC815FF8}" destId="{41687691-7D21-4BD9-AF6B-B6DBC95C2DD0}" srcOrd="0" destOrd="1" presId="urn:microsoft.com/office/officeart/2005/8/layout/vList2"/>
    <dgm:cxn modelId="{81A65A6B-0D61-4E29-97DC-81B8F0ED06F6}" srcId="{CECF3387-0BEB-4B67-8714-A25619A4B139}" destId="{B196CFFE-3897-40CC-A708-C0C0C4B30E01}" srcOrd="1" destOrd="0" parTransId="{E8B87A6C-762B-4F78-A82B-FF9D4C818271}" sibTransId="{305DF45E-5B0C-4149-BEFC-B79FAA4579F6}"/>
    <dgm:cxn modelId="{9AA544C6-E96E-4E37-8ED3-B60F5BA778A4}" srcId="{FB77AB37-8787-44A9-913B-48A55D420E88}" destId="{7AC8FFD8-7CA1-4D88-81EB-877B23186500}" srcOrd="4" destOrd="0" parTransId="{39D78BC6-77B3-4FCD-AB75-F2DD9FF65A34}" sibTransId="{AF0C0C6B-817E-4191-B47E-582975A0E882}"/>
    <dgm:cxn modelId="{2DDE94D3-64D5-457F-AEB4-BC3A5320CD8C}" type="presOf" srcId="{A670B8C4-48CE-4183-B778-5ED0B7394201}" destId="{41687691-7D21-4BD9-AF6B-B6DBC95C2DD0}" srcOrd="0" destOrd="0" presId="urn:microsoft.com/office/officeart/2005/8/layout/vList2"/>
    <dgm:cxn modelId="{9C2A91EA-8D2B-4057-BA99-6EA02BD7B601}" srcId="{CECF3387-0BEB-4B67-8714-A25619A4B139}" destId="{9C6D1318-D1AD-41F4-A59C-000F8D7AC5B4}" srcOrd="0" destOrd="0" parTransId="{32D6DFD1-6CD1-4EEE-A44F-328241283306}" sibTransId="{7978AECA-D567-4A51-A4A6-8EE9EB4858B8}"/>
    <dgm:cxn modelId="{39700357-5938-431C-BA15-7068C587D642}" type="presOf" srcId="{AA64E690-FACB-4BDA-BE6B-32FA883A974D}" destId="{41687691-7D21-4BD9-AF6B-B6DBC95C2DD0}" srcOrd="0" destOrd="2" presId="urn:microsoft.com/office/officeart/2005/8/layout/vList2"/>
    <dgm:cxn modelId="{F0249A1E-FFC7-447A-A6DC-E0A16CD8EABC}" srcId="{2E274E09-E43A-4C01-8FA4-08A8AC4B715C}" destId="{FB77AB37-8787-44A9-913B-48A55D420E88}" srcOrd="0" destOrd="0" parTransId="{43C3FA3A-66A8-4473-BE89-F7FF155F5E61}" sibTransId="{1F969C52-542B-46E3-8F48-4D7F9ADCEB92}"/>
    <dgm:cxn modelId="{6D9C5FB0-6600-41E5-92DB-26C077205CDC}" srcId="{FB77AB37-8787-44A9-913B-48A55D420E88}" destId="{737B6A1C-F5B8-46A8-B6E0-7F931E6262CA}" srcOrd="3" destOrd="0" parTransId="{6F4D8616-10E0-42D1-BAA4-CF1776DD7DEF}" sibTransId="{B5DE73E5-F263-4EE2-81C4-A193FD1D8EB4}"/>
    <dgm:cxn modelId="{EE68E38E-8872-45B6-8267-6387FB5F15EE}" type="presOf" srcId="{B196CFFE-3897-40CC-A708-C0C0C4B30E01}" destId="{CB918FE6-703B-4F24-99EA-86EB51CC8FB1}" srcOrd="0" destOrd="1" presId="urn:microsoft.com/office/officeart/2005/8/layout/vList2"/>
    <dgm:cxn modelId="{A0D5AF80-59BF-4D81-A8D0-E53BAD519C60}" srcId="{FB77AB37-8787-44A9-913B-48A55D420E88}" destId="{AA64E690-FACB-4BDA-BE6B-32FA883A974D}" srcOrd="2" destOrd="0" parTransId="{B959D681-6B9F-4E62-A743-B5EF4154EEC3}" sibTransId="{3A2D307C-B839-4D06-96AA-C55F69FBE1D5}"/>
    <dgm:cxn modelId="{39C684E8-190F-492E-93F7-D2F6E59E2D37}" srcId="{FB77AB37-8787-44A9-913B-48A55D420E88}" destId="{5D4129EE-948F-4CC3-8267-381CDC815FF8}" srcOrd="1" destOrd="0" parTransId="{649998BF-7583-4C17-8BCD-9030220A6F14}" sibTransId="{22EB42E4-3947-4304-ACB0-7A70CCE110AC}"/>
    <dgm:cxn modelId="{25B24D86-DFB7-4D08-83C7-F08514369568}" srcId="{2E274E09-E43A-4C01-8FA4-08A8AC4B715C}" destId="{CECF3387-0BEB-4B67-8714-A25619A4B139}" srcOrd="1" destOrd="0" parTransId="{CBA36BB9-0850-4294-982B-934918F02D33}" sibTransId="{00966499-FD2B-46A5-80F2-3F74030F4036}"/>
    <dgm:cxn modelId="{0708047B-AAE5-4829-8462-EDD93F656213}" type="presOf" srcId="{737B6A1C-F5B8-46A8-B6E0-7F931E6262CA}" destId="{41687691-7D21-4BD9-AF6B-B6DBC95C2DD0}" srcOrd="0" destOrd="3" presId="urn:microsoft.com/office/officeart/2005/8/layout/vList2"/>
    <dgm:cxn modelId="{1F9CA02A-05D6-4D34-8CD0-3B805D4BF2AB}" type="presOf" srcId="{FB77AB37-8787-44A9-913B-48A55D420E88}" destId="{CD0B02EE-796F-4533-B9B5-D604C7D0C11D}" srcOrd="0" destOrd="0" presId="urn:microsoft.com/office/officeart/2005/8/layout/vList2"/>
    <dgm:cxn modelId="{68F17FB7-8319-4F87-875D-BB0362B73747}" type="presOf" srcId="{95DDCDDD-2715-472A-B58F-5E35CAFCB95F}" destId="{CB918FE6-703B-4F24-99EA-86EB51CC8FB1}" srcOrd="0" destOrd="2" presId="urn:microsoft.com/office/officeart/2005/8/layout/vList2"/>
    <dgm:cxn modelId="{BAC71589-70EC-4252-9FAB-C43CE80D76C9}" srcId="{CECF3387-0BEB-4B67-8714-A25619A4B139}" destId="{95DDCDDD-2715-472A-B58F-5E35CAFCB95F}" srcOrd="2" destOrd="0" parTransId="{6AD4BBA1-647B-48DE-9F77-393306877664}" sibTransId="{B1083F56-3A58-40F1-9E9E-E796433FA44A}"/>
    <dgm:cxn modelId="{50759D6B-A1E3-4233-9C3E-654D792C9E8D}" type="presOf" srcId="{9C6D1318-D1AD-41F4-A59C-000F8D7AC5B4}" destId="{CB918FE6-703B-4F24-99EA-86EB51CC8FB1}" srcOrd="0" destOrd="0" presId="urn:microsoft.com/office/officeart/2005/8/layout/vList2"/>
    <dgm:cxn modelId="{F664C786-748D-44B3-835F-E108E987051E}" type="presOf" srcId="{2E274E09-E43A-4C01-8FA4-08A8AC4B715C}" destId="{88409C64-403D-4AC3-96E9-351129F53E62}" srcOrd="0" destOrd="0" presId="urn:microsoft.com/office/officeart/2005/8/layout/vList2"/>
    <dgm:cxn modelId="{E07ED44D-0FA0-432F-9356-A9AE671C5890}" type="presOf" srcId="{7AC8FFD8-7CA1-4D88-81EB-877B23186500}" destId="{41687691-7D21-4BD9-AF6B-B6DBC95C2DD0}" srcOrd="0" destOrd="4" presId="urn:microsoft.com/office/officeart/2005/8/layout/vList2"/>
    <dgm:cxn modelId="{92DD050D-8E24-4999-99FA-0686B8A56EB4}" srcId="{FB77AB37-8787-44A9-913B-48A55D420E88}" destId="{A670B8C4-48CE-4183-B778-5ED0B7394201}" srcOrd="0" destOrd="0" parTransId="{9107D5DF-3F5A-42E5-B370-C6912B0D0CDF}" sibTransId="{BBB5C8EC-CFBB-43B7-AD03-E3A27ABD62A0}"/>
    <dgm:cxn modelId="{70FD49E1-DA4D-4323-B2BE-FE7CCBE5B8DF}" type="presOf" srcId="{CECF3387-0BEB-4B67-8714-A25619A4B139}" destId="{1C02DEC0-C2C5-4903-B28D-9E68F5420A6D}" srcOrd="0" destOrd="0" presId="urn:microsoft.com/office/officeart/2005/8/layout/vList2"/>
    <dgm:cxn modelId="{C09D4C66-F0BA-43AA-A7AE-615468FC13A9}" type="presParOf" srcId="{88409C64-403D-4AC3-96E9-351129F53E62}" destId="{CD0B02EE-796F-4533-B9B5-D604C7D0C11D}" srcOrd="0" destOrd="0" presId="urn:microsoft.com/office/officeart/2005/8/layout/vList2"/>
    <dgm:cxn modelId="{154C8B09-51EC-4829-91DF-07014E924848}" type="presParOf" srcId="{88409C64-403D-4AC3-96E9-351129F53E62}" destId="{41687691-7D21-4BD9-AF6B-B6DBC95C2DD0}" srcOrd="1" destOrd="0" presId="urn:microsoft.com/office/officeart/2005/8/layout/vList2"/>
    <dgm:cxn modelId="{65691F36-263F-459F-9CB6-143735338522}" type="presParOf" srcId="{88409C64-403D-4AC3-96E9-351129F53E62}" destId="{1C02DEC0-C2C5-4903-B28D-9E68F5420A6D}" srcOrd="2" destOrd="0" presId="urn:microsoft.com/office/officeart/2005/8/layout/vList2"/>
    <dgm:cxn modelId="{87559227-D488-4D94-AD53-7724A93F968C}" type="presParOf" srcId="{88409C64-403D-4AC3-96E9-351129F53E62}" destId="{CB918FE6-703B-4F24-99EA-86EB51CC8FB1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F796415-017C-4894-B051-101E507AFD81}" type="doc">
      <dgm:prSet loTypeId="urn:microsoft.com/office/officeart/2005/8/layout/lProcess2" loCatId="relationship" qsTypeId="urn:microsoft.com/office/officeart/2005/8/quickstyle/simple2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D01206FB-7B91-44BA-9190-777CDBEB16E2}">
      <dgm:prSet phldrT="[Text]" custT="1"/>
      <dgm:spPr/>
      <dgm:t>
        <a:bodyPr/>
        <a:lstStyle/>
        <a:p>
          <a:r>
            <a:rPr lang="en-US" sz="1800" dirty="0" smtClean="0"/>
            <a:t>Course management</a:t>
          </a:r>
          <a:endParaRPr lang="en-US" sz="1800" dirty="0"/>
        </a:p>
      </dgm:t>
    </dgm:pt>
    <dgm:pt modelId="{BEDE95F5-BA7A-40BC-A8F5-17041732FDE5}" type="parTrans" cxnId="{ED625D09-922D-4D97-BDC4-AA3F40752FE2}">
      <dgm:prSet/>
      <dgm:spPr/>
      <dgm:t>
        <a:bodyPr/>
        <a:lstStyle/>
        <a:p>
          <a:endParaRPr lang="en-US"/>
        </a:p>
      </dgm:t>
    </dgm:pt>
    <dgm:pt modelId="{2CEF119D-2474-4A40-86D2-6652C10003B2}" type="sibTrans" cxnId="{ED625D09-922D-4D97-BDC4-AA3F40752FE2}">
      <dgm:prSet/>
      <dgm:spPr/>
      <dgm:t>
        <a:bodyPr/>
        <a:lstStyle/>
        <a:p>
          <a:endParaRPr lang="en-US"/>
        </a:p>
      </dgm:t>
    </dgm:pt>
    <dgm:pt modelId="{9D04D57B-E677-4992-A4AF-4AAE1A62C418}">
      <dgm:prSet phldrT="[Text]" custT="1"/>
      <dgm:spPr/>
      <dgm:t>
        <a:bodyPr/>
        <a:lstStyle/>
        <a:p>
          <a:r>
            <a:rPr lang="en-US" sz="1800" dirty="0" smtClean="0"/>
            <a:t>Student management</a:t>
          </a:r>
          <a:endParaRPr lang="en-US" sz="1800" dirty="0"/>
        </a:p>
      </dgm:t>
    </dgm:pt>
    <dgm:pt modelId="{77391DD9-3BC8-4D3E-A9EE-7216FFB9CAAA}" type="parTrans" cxnId="{1E0F1C40-D4C1-4095-9B43-21C1EEF7B0DA}">
      <dgm:prSet/>
      <dgm:spPr/>
      <dgm:t>
        <a:bodyPr/>
        <a:lstStyle/>
        <a:p>
          <a:endParaRPr lang="en-US"/>
        </a:p>
      </dgm:t>
    </dgm:pt>
    <dgm:pt modelId="{0F42B602-E898-421A-A21B-A37C9A1BC29A}" type="sibTrans" cxnId="{1E0F1C40-D4C1-4095-9B43-21C1EEF7B0DA}">
      <dgm:prSet/>
      <dgm:spPr/>
      <dgm:t>
        <a:bodyPr/>
        <a:lstStyle/>
        <a:p>
          <a:endParaRPr lang="en-US"/>
        </a:p>
      </dgm:t>
    </dgm:pt>
    <dgm:pt modelId="{CF894CC5-A617-41B2-9C04-8EF7D2740D88}">
      <dgm:prSet custT="1"/>
      <dgm:spPr/>
      <dgm:t>
        <a:bodyPr/>
        <a:lstStyle/>
        <a:p>
          <a:r>
            <a:rPr lang="en-US" sz="1800" dirty="0" smtClean="0"/>
            <a:t>Program management</a:t>
          </a:r>
          <a:endParaRPr lang="en-US" sz="1800" dirty="0"/>
        </a:p>
      </dgm:t>
    </dgm:pt>
    <dgm:pt modelId="{4D86FB6E-079C-4AD3-BD32-7F5D2625BD96}" type="parTrans" cxnId="{C9DFF82F-5486-45FD-8724-228C46166026}">
      <dgm:prSet/>
      <dgm:spPr/>
      <dgm:t>
        <a:bodyPr/>
        <a:lstStyle/>
        <a:p>
          <a:endParaRPr lang="en-US"/>
        </a:p>
      </dgm:t>
    </dgm:pt>
    <dgm:pt modelId="{A2294C88-F2E8-4635-8F75-80A4BCBA797D}" type="sibTrans" cxnId="{C9DFF82F-5486-45FD-8724-228C46166026}">
      <dgm:prSet/>
      <dgm:spPr/>
      <dgm:t>
        <a:bodyPr/>
        <a:lstStyle/>
        <a:p>
          <a:endParaRPr lang="en-US"/>
        </a:p>
      </dgm:t>
    </dgm:pt>
    <dgm:pt modelId="{1FF08A9B-622D-4536-ACE1-074F484DF9D6}">
      <dgm:prSet custT="1"/>
      <dgm:spPr/>
      <dgm:t>
        <a:bodyPr/>
        <a:lstStyle/>
        <a:p>
          <a:r>
            <a:rPr lang="en-US" sz="1800" dirty="0" smtClean="0"/>
            <a:t>Course Enrolment</a:t>
          </a:r>
          <a:endParaRPr lang="en-US" sz="1800" dirty="0"/>
        </a:p>
      </dgm:t>
    </dgm:pt>
    <dgm:pt modelId="{F2324EB2-1A5E-4393-987A-CA142A79664B}" type="parTrans" cxnId="{07BC9910-B4CA-4B0A-A752-08F6C55CD4DA}">
      <dgm:prSet/>
      <dgm:spPr/>
      <dgm:t>
        <a:bodyPr/>
        <a:lstStyle/>
        <a:p>
          <a:endParaRPr lang="en-US"/>
        </a:p>
      </dgm:t>
    </dgm:pt>
    <dgm:pt modelId="{827AD57F-CA99-4585-BB57-B3B12AD306DE}" type="sibTrans" cxnId="{07BC9910-B4CA-4B0A-A752-08F6C55CD4DA}">
      <dgm:prSet/>
      <dgm:spPr/>
      <dgm:t>
        <a:bodyPr/>
        <a:lstStyle/>
        <a:p>
          <a:endParaRPr lang="en-US"/>
        </a:p>
      </dgm:t>
    </dgm:pt>
    <dgm:pt modelId="{05A196C8-4E1C-4337-BDC2-D7560E8582E9}">
      <dgm:prSet custT="1"/>
      <dgm:spPr/>
      <dgm:t>
        <a:bodyPr/>
        <a:lstStyle/>
        <a:p>
          <a:r>
            <a:rPr lang="en-US" sz="1800" dirty="0" smtClean="0"/>
            <a:t>Fees</a:t>
          </a:r>
          <a:endParaRPr lang="en-US" sz="1800" dirty="0"/>
        </a:p>
      </dgm:t>
    </dgm:pt>
    <dgm:pt modelId="{9E10FC7C-6A27-429B-B455-F8F895F71E4A}" type="parTrans" cxnId="{09597E90-75E5-4D1A-B60D-9D2D946F5D5F}">
      <dgm:prSet/>
      <dgm:spPr/>
      <dgm:t>
        <a:bodyPr/>
        <a:lstStyle/>
        <a:p>
          <a:endParaRPr lang="en-US"/>
        </a:p>
      </dgm:t>
    </dgm:pt>
    <dgm:pt modelId="{4B15134E-4448-4C92-97FB-E9A4FD93866A}" type="sibTrans" cxnId="{09597E90-75E5-4D1A-B60D-9D2D946F5D5F}">
      <dgm:prSet/>
      <dgm:spPr/>
      <dgm:t>
        <a:bodyPr/>
        <a:lstStyle/>
        <a:p>
          <a:endParaRPr lang="en-US"/>
        </a:p>
      </dgm:t>
    </dgm:pt>
    <dgm:pt modelId="{F15A2BBF-A4E0-4174-802F-BBC7979D6FA6}">
      <dgm:prSet phldrT="[Text]"/>
      <dgm:spPr/>
      <dgm:t>
        <a:bodyPr/>
        <a:lstStyle/>
        <a:p>
          <a:r>
            <a:rPr lang="en-US" dirty="0" smtClean="0"/>
            <a:t>University</a:t>
          </a:r>
        </a:p>
      </dgm:t>
    </dgm:pt>
    <dgm:pt modelId="{F68CA257-35F2-4727-9C75-A4BD4DC12160}" type="sibTrans" cxnId="{56ECDEAC-C9AF-460E-92BF-284FB4F2E080}">
      <dgm:prSet/>
      <dgm:spPr/>
      <dgm:t>
        <a:bodyPr/>
        <a:lstStyle/>
        <a:p>
          <a:endParaRPr lang="en-US"/>
        </a:p>
      </dgm:t>
    </dgm:pt>
    <dgm:pt modelId="{684F4583-FEF2-42F5-93BC-A9675301338C}" type="parTrans" cxnId="{56ECDEAC-C9AF-460E-92BF-284FB4F2E080}">
      <dgm:prSet/>
      <dgm:spPr/>
      <dgm:t>
        <a:bodyPr/>
        <a:lstStyle/>
        <a:p>
          <a:endParaRPr lang="en-US"/>
        </a:p>
      </dgm:t>
    </dgm:pt>
    <dgm:pt modelId="{71EE04F7-045C-4389-AD6C-72CFB4B6DCE7}" type="pres">
      <dgm:prSet presAssocID="{1F796415-017C-4894-B051-101E507AFD81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F69D685-E927-4FE3-92C7-9253AC449665}" type="pres">
      <dgm:prSet presAssocID="{F15A2BBF-A4E0-4174-802F-BBC7979D6FA6}" presName="compNode" presStyleCnt="0"/>
      <dgm:spPr/>
    </dgm:pt>
    <dgm:pt modelId="{294ABCBA-20F2-46CE-A1E7-688E50EEB0DD}" type="pres">
      <dgm:prSet presAssocID="{F15A2BBF-A4E0-4174-802F-BBC7979D6FA6}" presName="aNode" presStyleLbl="bgShp" presStyleIdx="0" presStyleCnt="1" custLinFactNeighborX="2215"/>
      <dgm:spPr/>
      <dgm:t>
        <a:bodyPr/>
        <a:lstStyle/>
        <a:p>
          <a:endParaRPr lang="en-US"/>
        </a:p>
      </dgm:t>
    </dgm:pt>
    <dgm:pt modelId="{BA11430A-0237-4E36-8E19-80D87E3CA382}" type="pres">
      <dgm:prSet presAssocID="{F15A2BBF-A4E0-4174-802F-BBC7979D6FA6}" presName="textNode" presStyleLbl="bgShp" presStyleIdx="0" presStyleCnt="1"/>
      <dgm:spPr/>
      <dgm:t>
        <a:bodyPr/>
        <a:lstStyle/>
        <a:p>
          <a:endParaRPr lang="en-US"/>
        </a:p>
      </dgm:t>
    </dgm:pt>
    <dgm:pt modelId="{A32E0BB2-14CD-4AFB-855F-2FE13D0BF360}" type="pres">
      <dgm:prSet presAssocID="{F15A2BBF-A4E0-4174-802F-BBC7979D6FA6}" presName="compChildNode" presStyleCnt="0"/>
      <dgm:spPr/>
    </dgm:pt>
    <dgm:pt modelId="{C8C14A4B-9FFA-4D24-8017-9F3BC503F2E8}" type="pres">
      <dgm:prSet presAssocID="{F15A2BBF-A4E0-4174-802F-BBC7979D6FA6}" presName="theInnerList" presStyleCnt="0"/>
      <dgm:spPr/>
    </dgm:pt>
    <dgm:pt modelId="{147204D3-BAAD-49B2-83D2-E6288E6083D6}" type="pres">
      <dgm:prSet presAssocID="{D01206FB-7B91-44BA-9190-777CDBEB16E2}" presName="child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DC40590-F22A-4861-9DA3-C956E7DA12C0}" type="pres">
      <dgm:prSet presAssocID="{D01206FB-7B91-44BA-9190-777CDBEB16E2}" presName="aSpace2" presStyleCnt="0"/>
      <dgm:spPr/>
    </dgm:pt>
    <dgm:pt modelId="{FBE0943E-4E51-4EC9-A737-6099AC9147A4}" type="pres">
      <dgm:prSet presAssocID="{CF894CC5-A617-41B2-9C04-8EF7D2740D88}" presName="child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C5D11C7-CFEB-4198-9DBB-FE41DE17B22D}" type="pres">
      <dgm:prSet presAssocID="{CF894CC5-A617-41B2-9C04-8EF7D2740D88}" presName="aSpace2" presStyleCnt="0"/>
      <dgm:spPr/>
    </dgm:pt>
    <dgm:pt modelId="{751F67FC-F0D4-448A-91EC-10964E78B827}" type="pres">
      <dgm:prSet presAssocID="{1FF08A9B-622D-4536-ACE1-074F484DF9D6}" presName="child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C29E89E-9022-4944-A12B-CCC519814680}" type="pres">
      <dgm:prSet presAssocID="{1FF08A9B-622D-4536-ACE1-074F484DF9D6}" presName="aSpace2" presStyleCnt="0"/>
      <dgm:spPr/>
    </dgm:pt>
    <dgm:pt modelId="{CE1A8270-D7A6-4DD2-8266-924EE339FCA0}" type="pres">
      <dgm:prSet presAssocID="{05A196C8-4E1C-4337-BDC2-D7560E8582E9}" presName="child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E03EDDB-785A-4000-858C-5232A3AF37A7}" type="pres">
      <dgm:prSet presAssocID="{05A196C8-4E1C-4337-BDC2-D7560E8582E9}" presName="aSpace2" presStyleCnt="0"/>
      <dgm:spPr/>
    </dgm:pt>
    <dgm:pt modelId="{69F68A9F-C7C2-4D46-9D3B-5203F4F548D9}" type="pres">
      <dgm:prSet presAssocID="{9D04D57B-E677-4992-A4AF-4AAE1A62C418}" presName="child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E0F1C40-D4C1-4095-9B43-21C1EEF7B0DA}" srcId="{F15A2BBF-A4E0-4174-802F-BBC7979D6FA6}" destId="{9D04D57B-E677-4992-A4AF-4AAE1A62C418}" srcOrd="4" destOrd="0" parTransId="{77391DD9-3BC8-4D3E-A9EE-7216FFB9CAAA}" sibTransId="{0F42B602-E898-421A-A21B-A37C9A1BC29A}"/>
    <dgm:cxn modelId="{09597E90-75E5-4D1A-B60D-9D2D946F5D5F}" srcId="{F15A2BBF-A4E0-4174-802F-BBC7979D6FA6}" destId="{05A196C8-4E1C-4337-BDC2-D7560E8582E9}" srcOrd="3" destOrd="0" parTransId="{9E10FC7C-6A27-429B-B455-F8F895F71E4A}" sibTransId="{4B15134E-4448-4C92-97FB-E9A4FD93866A}"/>
    <dgm:cxn modelId="{61A42143-FA32-44C2-9752-5E344127D19B}" type="presOf" srcId="{05A196C8-4E1C-4337-BDC2-D7560E8582E9}" destId="{CE1A8270-D7A6-4DD2-8266-924EE339FCA0}" srcOrd="0" destOrd="0" presId="urn:microsoft.com/office/officeart/2005/8/layout/lProcess2"/>
    <dgm:cxn modelId="{AD89B8BD-7794-43FA-9F9B-60E1A562E458}" type="presOf" srcId="{F15A2BBF-A4E0-4174-802F-BBC7979D6FA6}" destId="{BA11430A-0237-4E36-8E19-80D87E3CA382}" srcOrd="1" destOrd="0" presId="urn:microsoft.com/office/officeart/2005/8/layout/lProcess2"/>
    <dgm:cxn modelId="{B9706A65-3BDB-4333-9929-856A8E9212BD}" type="presOf" srcId="{9D04D57B-E677-4992-A4AF-4AAE1A62C418}" destId="{69F68A9F-C7C2-4D46-9D3B-5203F4F548D9}" srcOrd="0" destOrd="0" presId="urn:microsoft.com/office/officeart/2005/8/layout/lProcess2"/>
    <dgm:cxn modelId="{07BC9910-B4CA-4B0A-A752-08F6C55CD4DA}" srcId="{F15A2BBF-A4E0-4174-802F-BBC7979D6FA6}" destId="{1FF08A9B-622D-4536-ACE1-074F484DF9D6}" srcOrd="2" destOrd="0" parTransId="{F2324EB2-1A5E-4393-987A-CA142A79664B}" sibTransId="{827AD57F-CA99-4585-BB57-B3B12AD306DE}"/>
    <dgm:cxn modelId="{82D585D7-276B-4EB1-AC5C-991DCF62D172}" type="presOf" srcId="{F15A2BBF-A4E0-4174-802F-BBC7979D6FA6}" destId="{294ABCBA-20F2-46CE-A1E7-688E50EEB0DD}" srcOrd="0" destOrd="0" presId="urn:microsoft.com/office/officeart/2005/8/layout/lProcess2"/>
    <dgm:cxn modelId="{D9E61B48-880E-4692-A08E-06B035685E6A}" type="presOf" srcId="{1FF08A9B-622D-4536-ACE1-074F484DF9D6}" destId="{751F67FC-F0D4-448A-91EC-10964E78B827}" srcOrd="0" destOrd="0" presId="urn:microsoft.com/office/officeart/2005/8/layout/lProcess2"/>
    <dgm:cxn modelId="{F48902E2-62B0-488D-BB74-F9099962DD0E}" type="presOf" srcId="{D01206FB-7B91-44BA-9190-777CDBEB16E2}" destId="{147204D3-BAAD-49B2-83D2-E6288E6083D6}" srcOrd="0" destOrd="0" presId="urn:microsoft.com/office/officeart/2005/8/layout/lProcess2"/>
    <dgm:cxn modelId="{9F06F350-2713-4CCB-AF47-912F48D5AE30}" type="presOf" srcId="{1F796415-017C-4894-B051-101E507AFD81}" destId="{71EE04F7-045C-4389-AD6C-72CFB4B6DCE7}" srcOrd="0" destOrd="0" presId="urn:microsoft.com/office/officeart/2005/8/layout/lProcess2"/>
    <dgm:cxn modelId="{56ECDEAC-C9AF-460E-92BF-284FB4F2E080}" srcId="{1F796415-017C-4894-B051-101E507AFD81}" destId="{F15A2BBF-A4E0-4174-802F-BBC7979D6FA6}" srcOrd="0" destOrd="0" parTransId="{684F4583-FEF2-42F5-93BC-A9675301338C}" sibTransId="{F68CA257-35F2-4727-9C75-A4BD4DC12160}"/>
    <dgm:cxn modelId="{113EFA1D-0C8B-436D-884D-5A3541F0C363}" type="presOf" srcId="{CF894CC5-A617-41B2-9C04-8EF7D2740D88}" destId="{FBE0943E-4E51-4EC9-A737-6099AC9147A4}" srcOrd="0" destOrd="0" presId="urn:microsoft.com/office/officeart/2005/8/layout/lProcess2"/>
    <dgm:cxn modelId="{ED625D09-922D-4D97-BDC4-AA3F40752FE2}" srcId="{F15A2BBF-A4E0-4174-802F-BBC7979D6FA6}" destId="{D01206FB-7B91-44BA-9190-777CDBEB16E2}" srcOrd="0" destOrd="0" parTransId="{BEDE95F5-BA7A-40BC-A8F5-17041732FDE5}" sibTransId="{2CEF119D-2474-4A40-86D2-6652C10003B2}"/>
    <dgm:cxn modelId="{C9DFF82F-5486-45FD-8724-228C46166026}" srcId="{F15A2BBF-A4E0-4174-802F-BBC7979D6FA6}" destId="{CF894CC5-A617-41B2-9C04-8EF7D2740D88}" srcOrd="1" destOrd="0" parTransId="{4D86FB6E-079C-4AD3-BD32-7F5D2625BD96}" sibTransId="{A2294C88-F2E8-4635-8F75-80A4BCBA797D}"/>
    <dgm:cxn modelId="{8C35F12A-5B77-4564-A795-B6655B34B1E2}" type="presParOf" srcId="{71EE04F7-045C-4389-AD6C-72CFB4B6DCE7}" destId="{FF69D685-E927-4FE3-92C7-9253AC449665}" srcOrd="0" destOrd="0" presId="urn:microsoft.com/office/officeart/2005/8/layout/lProcess2"/>
    <dgm:cxn modelId="{0087E075-FE4E-45BA-AE29-69F108AF83AB}" type="presParOf" srcId="{FF69D685-E927-4FE3-92C7-9253AC449665}" destId="{294ABCBA-20F2-46CE-A1E7-688E50EEB0DD}" srcOrd="0" destOrd="0" presId="urn:microsoft.com/office/officeart/2005/8/layout/lProcess2"/>
    <dgm:cxn modelId="{9DA5C09B-3B9F-4721-8882-C5C40103DADF}" type="presParOf" srcId="{FF69D685-E927-4FE3-92C7-9253AC449665}" destId="{BA11430A-0237-4E36-8E19-80D87E3CA382}" srcOrd="1" destOrd="0" presId="urn:microsoft.com/office/officeart/2005/8/layout/lProcess2"/>
    <dgm:cxn modelId="{486827AB-6F5A-4801-8600-D2B3DBF59740}" type="presParOf" srcId="{FF69D685-E927-4FE3-92C7-9253AC449665}" destId="{A32E0BB2-14CD-4AFB-855F-2FE13D0BF360}" srcOrd="2" destOrd="0" presId="urn:microsoft.com/office/officeart/2005/8/layout/lProcess2"/>
    <dgm:cxn modelId="{0BFC3FF0-0735-4F01-959D-741CF540A83B}" type="presParOf" srcId="{A32E0BB2-14CD-4AFB-855F-2FE13D0BF360}" destId="{C8C14A4B-9FFA-4D24-8017-9F3BC503F2E8}" srcOrd="0" destOrd="0" presId="urn:microsoft.com/office/officeart/2005/8/layout/lProcess2"/>
    <dgm:cxn modelId="{6DB3ACC2-E33A-4749-938B-0F90785CEBBE}" type="presParOf" srcId="{C8C14A4B-9FFA-4D24-8017-9F3BC503F2E8}" destId="{147204D3-BAAD-49B2-83D2-E6288E6083D6}" srcOrd="0" destOrd="0" presId="urn:microsoft.com/office/officeart/2005/8/layout/lProcess2"/>
    <dgm:cxn modelId="{293F6B7F-92D6-4A63-BFEC-0B85AEA5304F}" type="presParOf" srcId="{C8C14A4B-9FFA-4D24-8017-9F3BC503F2E8}" destId="{9DC40590-F22A-4861-9DA3-C956E7DA12C0}" srcOrd="1" destOrd="0" presId="urn:microsoft.com/office/officeart/2005/8/layout/lProcess2"/>
    <dgm:cxn modelId="{441ECA76-B0D6-47CA-96F8-3F7AD09D132F}" type="presParOf" srcId="{C8C14A4B-9FFA-4D24-8017-9F3BC503F2E8}" destId="{FBE0943E-4E51-4EC9-A737-6099AC9147A4}" srcOrd="2" destOrd="0" presId="urn:microsoft.com/office/officeart/2005/8/layout/lProcess2"/>
    <dgm:cxn modelId="{11A21FE5-836B-4C50-B986-969FFD50C4EB}" type="presParOf" srcId="{C8C14A4B-9FFA-4D24-8017-9F3BC503F2E8}" destId="{BC5D11C7-CFEB-4198-9DBB-FE41DE17B22D}" srcOrd="3" destOrd="0" presId="urn:microsoft.com/office/officeart/2005/8/layout/lProcess2"/>
    <dgm:cxn modelId="{911176F8-341B-4A37-86A6-570499DDE49B}" type="presParOf" srcId="{C8C14A4B-9FFA-4D24-8017-9F3BC503F2E8}" destId="{751F67FC-F0D4-448A-91EC-10964E78B827}" srcOrd="4" destOrd="0" presId="urn:microsoft.com/office/officeart/2005/8/layout/lProcess2"/>
    <dgm:cxn modelId="{5143C035-8F45-423B-9684-CF08B150413F}" type="presParOf" srcId="{C8C14A4B-9FFA-4D24-8017-9F3BC503F2E8}" destId="{0C29E89E-9022-4944-A12B-CCC519814680}" srcOrd="5" destOrd="0" presId="urn:microsoft.com/office/officeart/2005/8/layout/lProcess2"/>
    <dgm:cxn modelId="{1BD448FB-6D70-4574-BAD9-43CDD0CFB9DE}" type="presParOf" srcId="{C8C14A4B-9FFA-4D24-8017-9F3BC503F2E8}" destId="{CE1A8270-D7A6-4DD2-8266-924EE339FCA0}" srcOrd="6" destOrd="0" presId="urn:microsoft.com/office/officeart/2005/8/layout/lProcess2"/>
    <dgm:cxn modelId="{9AB1EA62-6965-422F-94B2-51251B8454C3}" type="presParOf" srcId="{C8C14A4B-9FFA-4D24-8017-9F3BC503F2E8}" destId="{3E03EDDB-785A-4000-858C-5232A3AF37A7}" srcOrd="7" destOrd="0" presId="urn:microsoft.com/office/officeart/2005/8/layout/lProcess2"/>
    <dgm:cxn modelId="{B96DE275-868E-48F2-AFC2-CA797E6BBAB4}" type="presParOf" srcId="{C8C14A4B-9FFA-4D24-8017-9F3BC503F2E8}" destId="{69F68A9F-C7C2-4D46-9D3B-5203F4F548D9}" srcOrd="8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0B02EE-796F-4533-B9B5-D604C7D0C11D}">
      <dsp:nvSpPr>
        <dsp:cNvPr id="0" name=""/>
        <dsp:cNvSpPr/>
      </dsp:nvSpPr>
      <dsp:spPr>
        <a:xfrm>
          <a:off x="0" y="79334"/>
          <a:ext cx="10058399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2300" kern="1200" dirty="0" smtClean="0"/>
            <a:t>Предимства:</a:t>
          </a:r>
          <a:endParaRPr lang="bg-BG" sz="2300" kern="1200" dirty="0"/>
        </a:p>
      </dsp:txBody>
      <dsp:txXfrm>
        <a:off x="26930" y="106264"/>
        <a:ext cx="10004539" cy="497795"/>
      </dsp:txXfrm>
    </dsp:sp>
    <dsp:sp modelId="{41687691-7D21-4BD9-AF6B-B6DBC95C2DD0}">
      <dsp:nvSpPr>
        <dsp:cNvPr id="0" name=""/>
        <dsp:cNvSpPr/>
      </dsp:nvSpPr>
      <dsp:spPr>
        <a:xfrm>
          <a:off x="0" y="630990"/>
          <a:ext cx="10058399" cy="1571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9354" tIns="29210" rIns="163576" bIns="29210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bg-BG" sz="1800" kern="1200" smtClean="0"/>
            <a:t>Отделна реализация за функционално (контектуално) различните модули</a:t>
          </a:r>
          <a:endParaRPr lang="bg-BG" sz="1800" kern="120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bg-BG" sz="1800" kern="1200" smtClean="0"/>
            <a:t>Скалируемост (</a:t>
          </a:r>
          <a:r>
            <a:rPr lang="en-US" sz="1800" kern="1200" smtClean="0"/>
            <a:t>Scalability</a:t>
          </a:r>
          <a:r>
            <a:rPr lang="bg-BG" sz="1800" kern="1200" smtClean="0"/>
            <a:t>)</a:t>
          </a:r>
          <a:endParaRPr lang="bg-BG" sz="1800" kern="120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bg-BG" sz="1800" kern="1200" smtClean="0"/>
            <a:t>Добро познаване на проекта  от членовете на екипа (Намаляван на обхвата на задачите)</a:t>
          </a:r>
          <a:endParaRPr lang="bg-BG" sz="1800" kern="120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bg-BG" sz="1800" kern="1200" smtClean="0"/>
            <a:t>Независимост при определяне на технологиитя за разработване на отделните модули </a:t>
          </a:r>
          <a:endParaRPr lang="bg-BG" sz="1800" kern="120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bg-BG" sz="1800" kern="1200" smtClean="0"/>
            <a:t>Изолиране на грешките в отделни модули</a:t>
          </a:r>
          <a:endParaRPr lang="bg-BG" sz="1800" kern="1200"/>
        </a:p>
      </dsp:txBody>
      <dsp:txXfrm>
        <a:off x="0" y="630990"/>
        <a:ext cx="10058399" cy="1571130"/>
      </dsp:txXfrm>
    </dsp:sp>
    <dsp:sp modelId="{1C02DEC0-C2C5-4903-B28D-9E68F5420A6D}">
      <dsp:nvSpPr>
        <dsp:cNvPr id="0" name=""/>
        <dsp:cNvSpPr/>
      </dsp:nvSpPr>
      <dsp:spPr>
        <a:xfrm>
          <a:off x="0" y="2202120"/>
          <a:ext cx="10058399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2300" kern="1200" smtClean="0"/>
            <a:t>Недостатъци:</a:t>
          </a:r>
          <a:endParaRPr lang="bg-BG" sz="2300" kern="1200"/>
        </a:p>
      </dsp:txBody>
      <dsp:txXfrm>
        <a:off x="26930" y="2229050"/>
        <a:ext cx="10004539" cy="497795"/>
      </dsp:txXfrm>
    </dsp:sp>
    <dsp:sp modelId="{CB918FE6-703B-4F24-99EA-86EB51CC8FB1}">
      <dsp:nvSpPr>
        <dsp:cNvPr id="0" name=""/>
        <dsp:cNvSpPr/>
      </dsp:nvSpPr>
      <dsp:spPr>
        <a:xfrm>
          <a:off x="0" y="2753775"/>
          <a:ext cx="10058399" cy="1190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9354" tIns="29210" rIns="163576" bIns="29210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bg-BG" sz="1800" kern="1200" smtClean="0"/>
            <a:t>Комуникацията между услугите е сложна</a:t>
          </a:r>
          <a:endParaRPr lang="bg-BG" sz="1800" kern="120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bg-BG" sz="1800" kern="1200" smtClean="0"/>
            <a:t>Процесът на </a:t>
          </a:r>
          <a:r>
            <a:rPr lang="en-US" sz="1800" kern="1200" smtClean="0"/>
            <a:t>deploy</a:t>
          </a:r>
          <a:r>
            <a:rPr lang="bg-BG" sz="1800" kern="1200" smtClean="0"/>
            <a:t>-ване става по-труден</a:t>
          </a:r>
          <a:endParaRPr lang="bg-BG" sz="1800" kern="120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bg-BG" sz="1800" kern="1200" smtClean="0"/>
            <a:t>Тестването на съвкупност от микроуслуги включва изпълняване на множество предварителни условия</a:t>
          </a:r>
          <a:endParaRPr lang="bg-BG" sz="1800" kern="1200"/>
        </a:p>
      </dsp:txBody>
      <dsp:txXfrm>
        <a:off x="0" y="2753775"/>
        <a:ext cx="10058399" cy="11902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4ABCBA-20F2-46CE-A1E7-688E50EEB0DD}">
      <dsp:nvSpPr>
        <dsp:cNvPr id="0" name=""/>
        <dsp:cNvSpPr/>
      </dsp:nvSpPr>
      <dsp:spPr>
        <a:xfrm>
          <a:off x="0" y="0"/>
          <a:ext cx="3096279" cy="4417221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lvl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200" kern="1200" dirty="0" smtClean="0"/>
            <a:t>University</a:t>
          </a:r>
        </a:p>
      </dsp:txBody>
      <dsp:txXfrm>
        <a:off x="0" y="0"/>
        <a:ext cx="3096279" cy="1325166"/>
      </dsp:txXfrm>
    </dsp:sp>
    <dsp:sp modelId="{147204D3-BAAD-49B2-83D2-E6288E6083D6}">
      <dsp:nvSpPr>
        <dsp:cNvPr id="0" name=""/>
        <dsp:cNvSpPr/>
      </dsp:nvSpPr>
      <dsp:spPr>
        <a:xfrm>
          <a:off x="309627" y="1326002"/>
          <a:ext cx="2477023" cy="51101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Course management</a:t>
          </a:r>
          <a:endParaRPr lang="en-US" sz="1800" kern="1200" dirty="0"/>
        </a:p>
      </dsp:txBody>
      <dsp:txXfrm>
        <a:off x="324594" y="1340969"/>
        <a:ext cx="2447089" cy="481076"/>
      </dsp:txXfrm>
    </dsp:sp>
    <dsp:sp modelId="{FBE0943E-4E51-4EC9-A737-6099AC9147A4}">
      <dsp:nvSpPr>
        <dsp:cNvPr id="0" name=""/>
        <dsp:cNvSpPr/>
      </dsp:nvSpPr>
      <dsp:spPr>
        <a:xfrm>
          <a:off x="309627" y="1915629"/>
          <a:ext cx="2477023" cy="51101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Program management</a:t>
          </a:r>
          <a:endParaRPr lang="en-US" sz="1800" kern="1200" dirty="0"/>
        </a:p>
      </dsp:txBody>
      <dsp:txXfrm>
        <a:off x="324594" y="1930596"/>
        <a:ext cx="2447089" cy="481076"/>
      </dsp:txXfrm>
    </dsp:sp>
    <dsp:sp modelId="{751F67FC-F0D4-448A-91EC-10964E78B827}">
      <dsp:nvSpPr>
        <dsp:cNvPr id="0" name=""/>
        <dsp:cNvSpPr/>
      </dsp:nvSpPr>
      <dsp:spPr>
        <a:xfrm>
          <a:off x="309627" y="2505257"/>
          <a:ext cx="2477023" cy="51101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Course Enrolment</a:t>
          </a:r>
          <a:endParaRPr lang="en-US" sz="1800" kern="1200" dirty="0"/>
        </a:p>
      </dsp:txBody>
      <dsp:txXfrm>
        <a:off x="324594" y="2520224"/>
        <a:ext cx="2447089" cy="481076"/>
      </dsp:txXfrm>
    </dsp:sp>
    <dsp:sp modelId="{CE1A8270-D7A6-4DD2-8266-924EE339FCA0}">
      <dsp:nvSpPr>
        <dsp:cNvPr id="0" name=""/>
        <dsp:cNvSpPr/>
      </dsp:nvSpPr>
      <dsp:spPr>
        <a:xfrm>
          <a:off x="309627" y="3094885"/>
          <a:ext cx="2477023" cy="51101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Fees</a:t>
          </a:r>
          <a:endParaRPr lang="en-US" sz="1800" kern="1200" dirty="0"/>
        </a:p>
      </dsp:txBody>
      <dsp:txXfrm>
        <a:off x="324594" y="3109852"/>
        <a:ext cx="2447089" cy="481076"/>
      </dsp:txXfrm>
    </dsp:sp>
    <dsp:sp modelId="{69F68A9F-C7C2-4D46-9D3B-5203F4F548D9}">
      <dsp:nvSpPr>
        <dsp:cNvPr id="0" name=""/>
        <dsp:cNvSpPr/>
      </dsp:nvSpPr>
      <dsp:spPr>
        <a:xfrm>
          <a:off x="309627" y="3684513"/>
          <a:ext cx="2477023" cy="51101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Student management</a:t>
          </a:r>
          <a:endParaRPr lang="en-US" sz="1800" kern="1200" dirty="0"/>
        </a:p>
      </dsp:txBody>
      <dsp:txXfrm>
        <a:off x="324594" y="3699480"/>
        <a:ext cx="2447089" cy="4810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F26A4-3D0C-4F46-9E17-23A17F4C1F18}" type="datetimeFigureOut">
              <a:rPr lang="bg-BG" smtClean="0"/>
              <a:t>25.11.2020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37892-EBC3-40FE-B04E-4AB54202977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30434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6F6E2-930B-4D3F-AA22-87A9BFA33EC6}" type="datetime1">
              <a:rPr lang="en-US" smtClean="0"/>
              <a:t>11/25/2020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9358B-8B28-4968-AF9F-2548E5758FCC}" type="datetime1">
              <a:rPr lang="en-US" smtClean="0"/>
              <a:t>11/25/2020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C1444-3193-4684-8666-C4B6B80732D1}" type="datetime1">
              <a:rPr lang="en-US" smtClean="0"/>
              <a:t>11/25/2020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6AFBC-BC02-4151-94E7-DE32C5B289F9}" type="datetime1">
              <a:rPr lang="en-US" smtClean="0"/>
              <a:t>11/25/2020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B86C-3D32-4A4F-BBEA-07E55B6F8A3C}" type="datetime1">
              <a:rPr lang="en-US" smtClean="0"/>
              <a:t>11/25/2020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11394-07B9-4C2C-9CF2-AE4CE436CFC4}" type="datetime1">
              <a:rPr lang="en-US" smtClean="0"/>
              <a:t>11/25/2020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6E95E-6310-4C1D-8E8A-E1CF2650E143}" type="datetime1">
              <a:rPr lang="en-US" smtClean="0"/>
              <a:t>11/25/2020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F8A5940-9D6F-44F2-BF6C-D077A3A132F5}" type="datetime1">
              <a:rPr lang="en-US" smtClean="0"/>
              <a:t>11/25/2020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73ED5-624B-4FA7-AE2E-F44F8CD3CEE5}" type="datetime1">
              <a:rPr lang="en-US" smtClean="0"/>
              <a:t>11/25/2020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88A96-A7FC-4EBC-BD1E-D756D136F746}" type="datetime1">
              <a:rPr lang="en-US" smtClean="0"/>
              <a:t>11/25/2020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4997E-0AED-4623-B8EF-425E1B40E9E7}" type="datetime1">
              <a:rPr lang="en-US" smtClean="0"/>
              <a:t>11/25/2020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7694312-28F8-481C-BAD0-9E7BC9DC1C73}" type="datetime1">
              <a:rPr lang="en-US" smtClean="0"/>
              <a:t>11/25/2020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hkostadinova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Zed6udTPGro" TargetMode="External"/><Relationship Id="rId2" Type="http://schemas.openxmlformats.org/officeDocument/2006/relationships/hyperlink" Target="https://www.youtube.com/watch?v=1xo-0gCVhTU&amp;t=1907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EA958-C2AE-4D86-96E8-03438CB172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/>
              <a:t>CSCB869 Java Web Services</a:t>
            </a:r>
            <a:endParaRPr lang="bg-BG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69F8A0-9612-49E7-BA45-800CC9C5F9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553596"/>
            <a:ext cx="10058400" cy="1673036"/>
          </a:xfrm>
        </p:spPr>
        <p:txBody>
          <a:bodyPr>
            <a:noAutofit/>
          </a:bodyPr>
          <a:lstStyle/>
          <a:p>
            <a:r>
              <a:rPr lang="bg-BG" b="1" dirty="0"/>
              <a:t>Гл. ас. д-р Христина </a:t>
            </a:r>
            <a:r>
              <a:rPr lang="bg-BG" b="1" dirty="0" smtClean="0"/>
              <a:t>Костадинова</a:t>
            </a:r>
            <a:r>
              <a:rPr lang="en-US" b="1" dirty="0" smtClean="0"/>
              <a:t>, </a:t>
            </a:r>
            <a:r>
              <a:rPr lang="en-US" b="1" cap="none" dirty="0" smtClean="0">
                <a:hlinkClick r:id="rId2"/>
              </a:rPr>
              <a:t>hkostadinova@gmail.com</a:t>
            </a:r>
            <a:endParaRPr lang="en-US" sz="1200" cap="none" dirty="0" smtClean="0"/>
          </a:p>
          <a:p>
            <a:endParaRPr lang="bg-BG" sz="1200" cap="none" dirty="0"/>
          </a:p>
          <a:p>
            <a:endParaRPr lang="bg-BG" sz="1200" cap="none" dirty="0"/>
          </a:p>
          <a:p>
            <a:endParaRPr lang="bg-BG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7B05C-EC2B-4E5D-9A21-5D0F4F195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Съдържание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bg-BG" dirty="0" smtClean="0"/>
              <a:t>Монолитна архитектура (</a:t>
            </a:r>
            <a:r>
              <a:rPr lang="en-US" dirty="0" smtClean="0"/>
              <a:t>Monolithic Architecture</a:t>
            </a:r>
            <a:r>
              <a:rPr lang="bg-BG" dirty="0" smtClean="0"/>
              <a:t>)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bg-BG" dirty="0" smtClean="0"/>
              <a:t>Архитектура, базирана на микроуслуги (</a:t>
            </a:r>
            <a:r>
              <a:rPr lang="en-US" dirty="0" err="1" smtClean="0"/>
              <a:t>Microservices</a:t>
            </a:r>
            <a:r>
              <a:rPr lang="en-US" dirty="0" smtClean="0"/>
              <a:t> Architecture</a:t>
            </a:r>
            <a:r>
              <a:rPr lang="bg-BG" dirty="0" smtClean="0"/>
              <a:t>)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bg-BG" dirty="0" smtClean="0"/>
              <a:t>Микроуслуги в </a:t>
            </a:r>
            <a:r>
              <a:rPr lang="en-US" dirty="0"/>
              <a:t>Spring </a:t>
            </a:r>
            <a:r>
              <a:rPr lang="bg-BG" dirty="0" smtClean="0"/>
              <a:t> (</a:t>
            </a:r>
            <a:r>
              <a:rPr lang="en-US" dirty="0" smtClean="0"/>
              <a:t>Spring </a:t>
            </a:r>
            <a:r>
              <a:rPr lang="en-US" dirty="0" err="1" smtClean="0"/>
              <a:t>Microservices</a:t>
            </a:r>
            <a:r>
              <a:rPr lang="bg-BG" dirty="0" smtClean="0"/>
              <a:t>)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Service Discovery (Eureka Server)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Eureka Client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B0D11-9A17-458F-8E3A-EC914C644480}" type="slidenum">
              <a:rPr lang="bg-BG" smtClean="0"/>
              <a:t>2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66091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820" y="286603"/>
            <a:ext cx="11065319" cy="5860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06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 smtClean="0"/>
              <a:t>Microservices</a:t>
            </a:r>
            <a:r>
              <a:rPr lang="en-US" sz="4000" dirty="0" smtClean="0"/>
              <a:t> </a:t>
            </a:r>
            <a:r>
              <a:rPr lang="en-US" sz="4000" dirty="0" smtClean="0"/>
              <a:t>Architecture – </a:t>
            </a:r>
            <a:r>
              <a:rPr lang="bg-BG" sz="4000" dirty="0" smtClean="0"/>
              <a:t>полезни източници</a:t>
            </a:r>
            <a:endParaRPr lang="bg-BG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bg-BG" dirty="0" smtClean="0">
              <a:hlinkClick r:id="rId2"/>
            </a:endParaRPr>
          </a:p>
          <a:p>
            <a:pPr marL="0" indent="0">
              <a:buNone/>
            </a:pPr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</a:t>
            </a:r>
            <a:r>
              <a:rPr lang="en-US" dirty="0" smtClean="0">
                <a:hlinkClick r:id="rId2"/>
              </a:rPr>
              <a:t>www.youtube.com/watch?v=1xo-0gCVhTU&amp;t=1907s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www.youtube.com/watch?v=Zed6udTPGro</a:t>
            </a:r>
            <a:endParaRPr lang="en-US" dirty="0" smtClean="0"/>
          </a:p>
          <a:p>
            <a:pPr marL="0" indent="0">
              <a:buNone/>
            </a:pP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B0D11-9A17-458F-8E3A-EC914C644480}" type="slidenum">
              <a:rPr lang="bg-BG" smtClean="0"/>
              <a:t>4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3308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Архитектура, базирана на микроуслуги</a:t>
            </a:r>
            <a:endParaRPr lang="bg-BG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5013342"/>
              </p:ext>
            </p:extLst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830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Monolithic Architecture to </a:t>
            </a:r>
            <a:r>
              <a:rPr lang="en-US" dirty="0" err="1" smtClean="0"/>
              <a:t>Microservices</a:t>
            </a:r>
            <a:endParaRPr lang="bg-BG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2484077"/>
              </p:ext>
            </p:extLst>
          </p:nvPr>
        </p:nvGraphicFramePr>
        <p:xfrm>
          <a:off x="4223791" y="1820090"/>
          <a:ext cx="3096279" cy="44172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B0D11-9A17-458F-8E3A-EC914C644480}" type="slidenum">
              <a:rPr lang="bg-BG" smtClean="0"/>
              <a:t>6</a:t>
            </a:fld>
            <a:endParaRPr lang="bg-BG"/>
          </a:p>
        </p:txBody>
      </p:sp>
      <p:sp>
        <p:nvSpPr>
          <p:cNvPr id="6" name="Can 5"/>
          <p:cNvSpPr/>
          <p:nvPr/>
        </p:nvSpPr>
        <p:spPr>
          <a:xfrm>
            <a:off x="8868816" y="3037516"/>
            <a:ext cx="1331640" cy="1647064"/>
          </a:xfrm>
          <a:prstGeom prst="can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  <a:endParaRPr lang="bg-BG" dirty="0"/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7464153" y="3356992"/>
            <a:ext cx="1278561" cy="23848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7464153" y="3671672"/>
            <a:ext cx="1278561" cy="117368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7536161" y="3861048"/>
            <a:ext cx="1206553" cy="36004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7536161" y="4005064"/>
            <a:ext cx="1206553" cy="576064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7608169" y="4149080"/>
            <a:ext cx="1134545" cy="864096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V="1">
            <a:off x="7608169" y="4365104"/>
            <a:ext cx="1134545" cy="1008112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8" name="Picture 7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048" y="1804042"/>
            <a:ext cx="1564662" cy="1570131"/>
          </a:xfrm>
          <a:prstGeom prst="rect">
            <a:avLst/>
          </a:prstGeom>
        </p:spPr>
      </p:pic>
      <p:pic>
        <p:nvPicPr>
          <p:cNvPr id="79" name="Picture 7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676531" y="3861048"/>
            <a:ext cx="1842574" cy="1512168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2404925" y="3172326"/>
            <a:ext cx="826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Client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150483" y="5302538"/>
            <a:ext cx="826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Client</a:t>
            </a:r>
          </a:p>
        </p:txBody>
      </p:sp>
      <p:cxnSp>
        <p:nvCxnSpPr>
          <p:cNvPr id="82" name="Straight Arrow Connector 81"/>
          <p:cNvCxnSpPr/>
          <p:nvPr/>
        </p:nvCxnSpPr>
        <p:spPr>
          <a:xfrm>
            <a:off x="3386399" y="2706073"/>
            <a:ext cx="837392" cy="388939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>
            <a:off x="3420295" y="2473504"/>
            <a:ext cx="783802" cy="313087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 flipV="1">
            <a:off x="3241125" y="4072154"/>
            <a:ext cx="962973" cy="41938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 flipV="1">
            <a:off x="3267503" y="4638935"/>
            <a:ext cx="936595" cy="151497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 flipV="1">
            <a:off x="3267503" y="4318248"/>
            <a:ext cx="956289" cy="11653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/>
          <p:nvPr/>
        </p:nvCxnSpPr>
        <p:spPr>
          <a:xfrm>
            <a:off x="3452752" y="2278657"/>
            <a:ext cx="757598" cy="262415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/>
          <p:nvPr/>
        </p:nvCxnSpPr>
        <p:spPr>
          <a:xfrm>
            <a:off x="3445316" y="3063166"/>
            <a:ext cx="837392" cy="388939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/>
          <p:nvPr/>
        </p:nvCxnSpPr>
        <p:spPr>
          <a:xfrm flipV="1">
            <a:off x="3279211" y="4807538"/>
            <a:ext cx="924886" cy="205638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7410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Spring </a:t>
            </a:r>
            <a:r>
              <a:rPr lang="en-US" dirty="0" err="1" smtClean="0"/>
              <a:t>Microservices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Eureka server</a:t>
            </a:r>
          </a:p>
          <a:p>
            <a:pPr marL="0" indent="0">
              <a:buNone/>
            </a:pPr>
            <a:r>
              <a:rPr lang="en-US" dirty="0" smtClean="0"/>
              <a:t>Eureka client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B0D11-9A17-458F-8E3A-EC914C644480}" type="slidenum">
              <a:rPr lang="bg-BG" smtClean="0"/>
              <a:t>7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6026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D5C3758-13D1-431B-AC81-8115E2D72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6600" dirty="0"/>
              <a:t>Благодаря за вниманието!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69C64A-705C-4021-BEFE-4A2E87EB7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434558"/>
          </a:xfrm>
        </p:spPr>
        <p:txBody>
          <a:bodyPr/>
          <a:lstStyle/>
          <a:p>
            <a:r>
              <a:rPr lang="en-US" cap="none" dirty="0"/>
              <a:t>hkostadinova@gmail.com</a:t>
            </a:r>
            <a:endParaRPr lang="bg-BG" cap="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04EAD8-EA14-40A7-9689-D356F0385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176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113536</TotalTime>
  <Words>166</Words>
  <Application>Microsoft Office PowerPoint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Calibri Light</vt:lpstr>
      <vt:lpstr>Wingdings</vt:lpstr>
      <vt:lpstr>Retrospect</vt:lpstr>
      <vt:lpstr>CSCB869 Java Web Services</vt:lpstr>
      <vt:lpstr>Съдържание</vt:lpstr>
      <vt:lpstr>PowerPoint Presentation</vt:lpstr>
      <vt:lpstr>Microservices Architecture – полезни източници</vt:lpstr>
      <vt:lpstr>Архитектура, базирана на микроуслуги</vt:lpstr>
      <vt:lpstr>Monolithic Architecture to Microservices</vt:lpstr>
      <vt:lpstr>Spring Microservices</vt:lpstr>
      <vt:lpstr>Благодаря за вниманието!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CSCB415 Лабораторни занятия по Java</dc:title>
  <dc:creator>Kostadinova</dc:creator>
  <cp:lastModifiedBy>Kostadinova</cp:lastModifiedBy>
  <cp:revision>1467</cp:revision>
  <dcterms:created xsi:type="dcterms:W3CDTF">2018-07-12T12:35:35Z</dcterms:created>
  <dcterms:modified xsi:type="dcterms:W3CDTF">2020-11-27T15:54:03Z</dcterms:modified>
</cp:coreProperties>
</file>